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7380" y="1147259"/>
            <a:ext cx="6565643" cy="1614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1. Model fitting (World model 3종)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3455" y="3095307"/>
            <a:ext cx="8297241" cy="34631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2. 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29628" y="3744656"/>
            <a:ext cx="6204893" cy="259739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8747509" y="362628"/>
            <a:ext cx="1479073" cy="120851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Data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4777" y="209310"/>
            <a:ext cx="1298699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[수식] {(o_t, a_t, r_t)_{t=k}^{L+k}}_{i=1}^{B}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502" y="1508008"/>
            <a:ext cx="1659448" cy="2164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Loss 계산 (latent overshooting)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95428" y="2085208"/>
            <a:ext cx="577199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θ 업데이트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1227" y="1796608"/>
            <a:ext cx="2092348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[수식]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7687" y="1553102"/>
            <a:ext cx="1479073" cy="120851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[아이콘] (c) Recurrent state-space model (RSSM)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3829" y="5043354"/>
            <a:ext cx="288600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1778" y="4610455"/>
            <a:ext cx="1010099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Encoder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q(s_t | o_≤t, a_&lt;t)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8702" y="4610455"/>
            <a:ext cx="1370848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Planner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a_t = Planner(s_t, 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225" y="4394005"/>
            <a:ext cx="1154399" cy="11543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repeat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환경이랑 상호작용해서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r_t^k, o_{t+1}^k 구하기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a_t R번 반복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02923" y="4899055"/>
            <a:ext cx="1442998" cy="577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r_t, o_{t+1} ← Σ_{k=1}^{R} r_t^k, o_{t+1}^R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821" y="4682605"/>
            <a:ext cx="793649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{(o_t, a_t, r_t)_{t=1}^{T}}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6177" y="5404104"/>
            <a:ext cx="1010099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transition, reward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39727" y="5692704"/>
            <a:ext cx="1875898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Add exploration noise ε ~ p(ε) to the action</a:t>
            </a:r>
          </a:p>
        </p:txBody>
      </p:sp>
      <p:cxnSp>
        <p:nvCxnSpPr>
          <p:cNvPr id="19" name="Connector 18"/>
          <p:cNvCxnSpPr>
            <a:stCxn id="5" idx="1"/>
            <a:endCxn id="2" idx="3"/>
          </p:cNvCxnSpPr>
          <p:nvPr/>
        </p:nvCxnSpPr>
        <p:spPr>
          <a:xfrm flipH="1">
            <a:off x="8513023" y="966883"/>
            <a:ext cx="234486" cy="987553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7" idx="1"/>
            <a:endCxn id="8" idx="3"/>
          </p:cNvCxnSpPr>
          <p:nvPr/>
        </p:nvCxnSpPr>
        <p:spPr>
          <a:xfrm>
            <a:off x="3931502" y="1616233"/>
            <a:ext cx="541125" cy="54112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1" idx="3"/>
            <a:endCxn id="12" idx="1"/>
          </p:cNvCxnSpPr>
          <p:nvPr/>
        </p:nvCxnSpPr>
        <p:spPr>
          <a:xfrm flipV="1">
            <a:off x="2452429" y="4971204"/>
            <a:ext cx="649349" cy="2164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2" idx="3"/>
            <a:endCxn id="13" idx="1"/>
          </p:cNvCxnSpPr>
          <p:nvPr/>
        </p:nvCxnSpPr>
        <p:spPr>
          <a:xfrm>
            <a:off x="4111877" y="4971204"/>
            <a:ext cx="396825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3" idx="3"/>
            <a:endCxn id="14" idx="1"/>
          </p:cNvCxnSpPr>
          <p:nvPr/>
        </p:nvCxnSpPr>
        <p:spPr>
          <a:xfrm>
            <a:off x="5879550" y="4971204"/>
            <a:ext cx="324675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4" idx="3"/>
            <a:endCxn id="15" idx="1"/>
          </p:cNvCxnSpPr>
          <p:nvPr/>
        </p:nvCxnSpPr>
        <p:spPr>
          <a:xfrm>
            <a:off x="7358624" y="4971204"/>
            <a:ext cx="144299" cy="2164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5" idx="3"/>
            <a:endCxn id="16" idx="1"/>
          </p:cNvCxnSpPr>
          <p:nvPr/>
        </p:nvCxnSpPr>
        <p:spPr>
          <a:xfrm flipV="1">
            <a:off x="8945921" y="4826905"/>
            <a:ext cx="432900" cy="36074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6" idx="0"/>
            <a:endCxn id="5" idx="2"/>
          </p:cNvCxnSpPr>
          <p:nvPr/>
        </p:nvCxnSpPr>
        <p:spPr>
          <a:xfrm flipH="1" flipV="1">
            <a:off x="9487045" y="1571139"/>
            <a:ext cx="288600" cy="311146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5" idx="1"/>
            <a:endCxn id="12" idx="3"/>
          </p:cNvCxnSpPr>
          <p:nvPr/>
        </p:nvCxnSpPr>
        <p:spPr>
          <a:xfrm flipH="1" flipV="1">
            <a:off x="4111877" y="4971204"/>
            <a:ext cx="3391046" cy="2164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7" idx="0"/>
            <a:endCxn id="13" idx="2"/>
          </p:cNvCxnSpPr>
          <p:nvPr/>
        </p:nvCxnSpPr>
        <p:spPr>
          <a:xfrm flipV="1">
            <a:off x="4761226" y="5331954"/>
            <a:ext cx="432900" cy="721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8" idx="3"/>
            <a:endCxn id="14" idx="1"/>
          </p:cNvCxnSpPr>
          <p:nvPr/>
        </p:nvCxnSpPr>
        <p:spPr>
          <a:xfrm flipV="1">
            <a:off x="5915625" y="4971204"/>
            <a:ext cx="288600" cy="7936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94985" y="1388510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C번 반복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5008" y="4899055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s_t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6606" y="4899055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a_t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1557" y="5007279"/>
            <a:ext cx="811687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Loop t=1 ... ⌈T/R⌉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3574" y="1147259"/>
            <a:ext cx="1442998" cy="21645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RSSM 구현되는 안정적 학습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3278" y="2373807"/>
            <a:ext cx="793649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model 3개 업데이트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5526" y="4394005"/>
            <a:ext cx="216450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CEM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1325" y="4321855"/>
            <a:ext cx="216450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MPC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673" y="4682605"/>
            <a:ext cx="937949" cy="21645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1,t 까지의 누적합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