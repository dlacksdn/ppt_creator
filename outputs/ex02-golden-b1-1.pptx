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11305" y="1147259"/>
            <a:ext cx="6565643" cy="15782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1. Model fitting (World model 3종)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3455" y="3167457"/>
            <a:ext cx="8297241" cy="3463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2.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9628" y="3708581"/>
            <a:ext cx="6204893" cy="23809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8729472" y="353610"/>
            <a:ext cx="1506130" cy="11453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Data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4777" y="209310"/>
            <a:ext cx="1298699" cy="36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{(o_t,a_t,r_t)_t=k^L+k}_i=1^B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7577" y="1508008"/>
            <a:ext cx="1587298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Loss 계산 (latent overshooting)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5428" y="2049133"/>
            <a:ext cx="577199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θ 업데이트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1227" y="1832683"/>
            <a:ext cx="2164498" cy="649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latent overshooting loss 수식 (7)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89649" y="1580158"/>
            <a:ext cx="1506130" cy="11453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[아이콘] (c) Recurrent state-space model (RSSM) figure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5979" y="4935130"/>
            <a:ext cx="288600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1778" y="4682605"/>
            <a:ext cx="1082249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Encoder q(s_t|o_&lt;=t, a_&lt;t)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8702" y="4682605"/>
            <a:ext cx="13708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Planner a_t = Planner(s_t, 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25" y="4466155"/>
            <a:ext cx="1154399" cy="115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선별 환경에서 상상롤아웃해서 v_t^k, o_t+1^k 고르기 a_t R번 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2923" y="4754755"/>
            <a:ext cx="1442998" cy="577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v_t, o_t+1 &lt;- Σ_k=1^R v_t^k, o_t+1^R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50971" y="4899055"/>
            <a:ext cx="72149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{(o_t,a_t,r_t)}_t=1^T</a:t>
            </a:r>
          </a:p>
        </p:txBody>
      </p:sp>
      <p:cxnSp>
        <p:nvCxnSpPr>
          <p:cNvPr id="17" name="Connector 16"/>
          <p:cNvCxnSpPr>
            <a:stCxn id="5" idx="1"/>
            <a:endCxn id="2" idx="3"/>
          </p:cNvCxnSpPr>
          <p:nvPr/>
        </p:nvCxnSpPr>
        <p:spPr>
          <a:xfrm flipH="1">
            <a:off x="8476948" y="926300"/>
            <a:ext cx="252524" cy="101009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7" idx="1"/>
            <a:endCxn id="8" idx="3"/>
          </p:cNvCxnSpPr>
          <p:nvPr/>
        </p:nvCxnSpPr>
        <p:spPr>
          <a:xfrm>
            <a:off x="3967577" y="1616233"/>
            <a:ext cx="505050" cy="54112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1" idx="3"/>
            <a:endCxn id="12" idx="1"/>
          </p:cNvCxnSpPr>
          <p:nvPr/>
        </p:nvCxnSpPr>
        <p:spPr>
          <a:xfrm flipV="1">
            <a:off x="2524579" y="5043354"/>
            <a:ext cx="577199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2" idx="3"/>
            <a:endCxn id="13" idx="1"/>
          </p:cNvCxnSpPr>
          <p:nvPr/>
        </p:nvCxnSpPr>
        <p:spPr>
          <a:xfrm>
            <a:off x="4184027" y="5043354"/>
            <a:ext cx="32467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3" idx="3"/>
            <a:endCxn id="14" idx="1"/>
          </p:cNvCxnSpPr>
          <p:nvPr/>
        </p:nvCxnSpPr>
        <p:spPr>
          <a:xfrm>
            <a:off x="5879550" y="5043354"/>
            <a:ext cx="32467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4" idx="3"/>
            <a:endCxn id="15" idx="1"/>
          </p:cNvCxnSpPr>
          <p:nvPr/>
        </p:nvCxnSpPr>
        <p:spPr>
          <a:xfrm>
            <a:off x="7358624" y="5043354"/>
            <a:ext cx="14429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5" idx="3"/>
            <a:endCxn id="16" idx="1"/>
          </p:cNvCxnSpPr>
          <p:nvPr/>
        </p:nvCxnSpPr>
        <p:spPr>
          <a:xfrm>
            <a:off x="8945921" y="5043354"/>
            <a:ext cx="505050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5" idx="1"/>
            <a:endCxn id="12" idx="3"/>
          </p:cNvCxnSpPr>
          <p:nvPr/>
        </p:nvCxnSpPr>
        <p:spPr>
          <a:xfrm flipH="1">
            <a:off x="4184027" y="5043354"/>
            <a:ext cx="3318896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6" idx="0"/>
            <a:endCxn id="5" idx="2"/>
          </p:cNvCxnSpPr>
          <p:nvPr/>
        </p:nvCxnSpPr>
        <p:spPr>
          <a:xfrm flipH="1" flipV="1">
            <a:off x="9482537" y="1498990"/>
            <a:ext cx="329183" cy="34000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67929" y="1359199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C번 반복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1083" y="4971204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s_t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6606" y="4971204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a_t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7632" y="4971204"/>
            <a:ext cx="811687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Loop t=1 ... ⌈T/R⌉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6177" y="5404104"/>
            <a:ext cx="101009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transition, reward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9727" y="5692704"/>
            <a:ext cx="1875898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Add exploration noise ε~p(ε) to the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3278" y="2373807"/>
            <a:ext cx="79364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model 3개 앙상블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3574" y="1219409"/>
            <a:ext cx="1587298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RSSM 구성하는 안정적 형태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