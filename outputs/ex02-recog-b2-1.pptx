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7380" y="1147259"/>
            <a:ext cx="6565643" cy="15151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1. Model fitting (World model 3종)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47380" y="3095307"/>
            <a:ext cx="8297241" cy="3463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2.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9628" y="3744656"/>
            <a:ext cx="6204893" cy="259739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8729472" y="353610"/>
            <a:ext cx="1515148" cy="1226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Data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6927" y="209310"/>
            <a:ext cx="129869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[수식] {(o_t, a_t, r_t)_{t=k}^{L+k}}_{i=1}^{B}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7577" y="1508008"/>
            <a:ext cx="1659448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Loss 계산 (latent overshooting)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5428" y="2085208"/>
            <a:ext cx="5771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θ 업데이트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1227" y="1796608"/>
            <a:ext cx="20923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[수식]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25724" y="1435859"/>
            <a:ext cx="1442998" cy="1226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[아이콘] (c) Recurrent state-space model (RSSM)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3829" y="5043354"/>
            <a:ext cx="288600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1778" y="4610455"/>
            <a:ext cx="1010099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Encoder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q(s_t | o_≤t, a_&lt;t)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2627" y="4610455"/>
            <a:ext cx="13708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Planner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= Planner(s_t, 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25" y="4466155"/>
            <a:ext cx="1154399" cy="115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action repeat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환경이랑 상호작용해서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r_t^k, o_{t+1}^k 구하기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R번 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2923" y="4899055"/>
            <a:ext cx="1442998" cy="577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r_t, o_{t+1} ← Σ_{k=1}^{R} r_t^k, o_{t+1}^R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821" y="4682605"/>
            <a:ext cx="79364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{(o_t, a_t, r_t)_{t=1}^{T}}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6177" y="5404104"/>
            <a:ext cx="10100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transition, reward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9727" y="5692704"/>
            <a:ext cx="1875898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Add exploration noise ε ~ p(ε) to the action</a:t>
            </a:r>
          </a:p>
        </p:txBody>
      </p:sp>
      <p:cxnSp>
        <p:nvCxnSpPr>
          <p:cNvPr id="19" name="Connector 18"/>
          <p:cNvCxnSpPr>
            <a:stCxn id="5" idx="1"/>
            <a:endCxn id="2" idx="3"/>
          </p:cNvCxnSpPr>
          <p:nvPr/>
        </p:nvCxnSpPr>
        <p:spPr>
          <a:xfrm flipH="1">
            <a:off x="8513023" y="966884"/>
            <a:ext cx="216449" cy="93794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1"/>
            <a:endCxn id="8" idx="3"/>
          </p:cNvCxnSpPr>
          <p:nvPr/>
        </p:nvCxnSpPr>
        <p:spPr>
          <a:xfrm>
            <a:off x="3967577" y="1616233"/>
            <a:ext cx="505050" cy="54112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3"/>
            <a:endCxn id="12" idx="1"/>
          </p:cNvCxnSpPr>
          <p:nvPr/>
        </p:nvCxnSpPr>
        <p:spPr>
          <a:xfrm flipV="1">
            <a:off x="2452429" y="4971204"/>
            <a:ext cx="649349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2" idx="3"/>
            <a:endCxn id="13" idx="1"/>
          </p:cNvCxnSpPr>
          <p:nvPr/>
        </p:nvCxnSpPr>
        <p:spPr>
          <a:xfrm>
            <a:off x="4111877" y="4971204"/>
            <a:ext cx="360750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3" idx="3"/>
            <a:endCxn id="14" idx="1"/>
          </p:cNvCxnSpPr>
          <p:nvPr/>
        </p:nvCxnSpPr>
        <p:spPr>
          <a:xfrm>
            <a:off x="5843475" y="4971204"/>
            <a:ext cx="360750" cy="721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4" idx="3"/>
            <a:endCxn id="15" idx="1"/>
          </p:cNvCxnSpPr>
          <p:nvPr/>
        </p:nvCxnSpPr>
        <p:spPr>
          <a:xfrm>
            <a:off x="7358624" y="5043354"/>
            <a:ext cx="144299" cy="1443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5" idx="3"/>
            <a:endCxn id="16" idx="1"/>
          </p:cNvCxnSpPr>
          <p:nvPr/>
        </p:nvCxnSpPr>
        <p:spPr>
          <a:xfrm flipV="1">
            <a:off x="8945921" y="4826905"/>
            <a:ext cx="432900" cy="36074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6" idx="0"/>
            <a:endCxn id="5" idx="2"/>
          </p:cNvCxnSpPr>
          <p:nvPr/>
        </p:nvCxnSpPr>
        <p:spPr>
          <a:xfrm flipH="1" flipV="1">
            <a:off x="9487046" y="1580159"/>
            <a:ext cx="288599" cy="310244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1"/>
            <a:endCxn id="12" idx="3"/>
          </p:cNvCxnSpPr>
          <p:nvPr/>
        </p:nvCxnSpPr>
        <p:spPr>
          <a:xfrm flipH="1" flipV="1">
            <a:off x="4111877" y="4971204"/>
            <a:ext cx="3391046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7" idx="0"/>
            <a:endCxn id="13" idx="2"/>
          </p:cNvCxnSpPr>
          <p:nvPr/>
        </p:nvCxnSpPr>
        <p:spPr>
          <a:xfrm flipV="1">
            <a:off x="4761226" y="5331954"/>
            <a:ext cx="396825" cy="721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8" idx="3"/>
            <a:endCxn id="14" idx="1"/>
          </p:cNvCxnSpPr>
          <p:nvPr/>
        </p:nvCxnSpPr>
        <p:spPr>
          <a:xfrm flipV="1">
            <a:off x="5915625" y="5043354"/>
            <a:ext cx="288600" cy="7215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85966" y="1363709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C번 반복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56971" y="4899055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s_t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569" y="4935130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a_t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1557" y="5007279"/>
            <a:ext cx="811687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Loop t=1 ... ⌈T/R⌉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3574" y="1147259"/>
            <a:ext cx="1442998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700">
                <a:solidFill>
                  <a:srgbClr val="000000"/>
                </a:solidFill>
              </a:rPr>
              <a:t>RSSM 구현되는 안정적 학습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3278" y="2373807"/>
            <a:ext cx="79364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600">
                <a:solidFill>
                  <a:srgbClr val="000000"/>
                </a:solidFill>
              </a:rPr>
              <a:t>model 3개 업데이트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5526" y="439400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600">
                <a:solidFill>
                  <a:srgbClr val="000000"/>
                </a:solidFill>
              </a:rPr>
              <a:t>CEM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1325" y="432185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600">
                <a:solidFill>
                  <a:srgbClr val="000000"/>
                </a:solidFill>
              </a:rPr>
              <a:t>MPC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673" y="4682605"/>
            <a:ext cx="937949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700">
                <a:solidFill>
                  <a:srgbClr val="000000"/>
                </a:solidFill>
              </a:rPr>
              <a:t>1,t 까지의 누적합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