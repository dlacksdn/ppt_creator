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55" y="225979"/>
            <a:ext cx="11013509" cy="64837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811292" y="403616"/>
            <a:ext cx="10480597" cy="2842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11292" y="3423449"/>
            <a:ext cx="10747053" cy="2842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7748" y="847709"/>
            <a:ext cx="2398103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847709"/>
            <a:ext cx="7460764" cy="222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7748" y="4400454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9395" y="4489272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1042" y="4489272"/>
            <a:ext cx="1421098" cy="16875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0875" y="4489272"/>
            <a:ext cx="1421098" cy="15987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5767" y="1647076"/>
            <a:ext cx="5062661" cy="1421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9478" y="1202983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302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Unbiased Atomic Actions (uniform dist.)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7116" y="2179988"/>
            <a:ext cx="621730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1841" y="2535263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5767" y="1114165"/>
            <a:ext cx="5950847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586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409" y="1913532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6233" y="1913532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238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824714"/>
            <a:ext cx="532912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5767" y="2535263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409" y="2357625"/>
            <a:ext cx="710549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233" y="2446444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357625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91353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689905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44204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9395" y="3689905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5851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5851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1042" y="3778723"/>
            <a:ext cx="1421098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316" y="4933365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316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316" y="5643914"/>
            <a:ext cx="799368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0326" y="386754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0875" y="3689905"/>
            <a:ext cx="1421098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16149" y="4933365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6149" y="5288640"/>
            <a:ext cx="799368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16149" y="5643914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7247" y="5288640"/>
            <a:ext cx="1421098" cy="71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187980" y="1469439"/>
            <a:ext cx="8882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88819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>
            <a:off x="2187981" y="2357625"/>
            <a:ext cx="88818" cy="1776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517097" y="1380621"/>
            <a:ext cx="444093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6" idx="1"/>
            <a:endCxn id="16" idx="3"/>
          </p:cNvCxnSpPr>
          <p:nvPr/>
        </p:nvCxnSpPr>
        <p:spPr>
          <a:xfrm flipV="1">
            <a:off x="10314884" y="1247393"/>
            <a:ext cx="621730" cy="75495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7" idx="3"/>
            <a:endCxn id="18" idx="1"/>
          </p:cNvCxnSpPr>
          <p:nvPr/>
        </p:nvCxnSpPr>
        <p:spPr>
          <a:xfrm>
            <a:off x="5873954" y="2002350"/>
            <a:ext cx="26645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8" idx="3"/>
            <a:endCxn id="19" idx="1"/>
          </p:cNvCxnSpPr>
          <p:nvPr/>
        </p:nvCxnSpPr>
        <p:spPr>
          <a:xfrm>
            <a:off x="6850958" y="2002350"/>
            <a:ext cx="355275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3"/>
            <a:endCxn id="20" idx="1"/>
          </p:cNvCxnSpPr>
          <p:nvPr/>
        </p:nvCxnSpPr>
        <p:spPr>
          <a:xfrm flipV="1">
            <a:off x="7827963" y="2002350"/>
            <a:ext cx="355275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0" idx="3"/>
            <a:endCxn id="21" idx="1"/>
          </p:cNvCxnSpPr>
          <p:nvPr/>
        </p:nvCxnSpPr>
        <p:spPr>
          <a:xfrm>
            <a:off x="8982606" y="2002350"/>
            <a:ext cx="266455" cy="888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1" idx="3"/>
            <a:endCxn id="26" idx="1"/>
          </p:cNvCxnSpPr>
          <p:nvPr/>
        </p:nvCxnSpPr>
        <p:spPr>
          <a:xfrm flipV="1">
            <a:off x="9781973" y="2002350"/>
            <a:ext cx="532911" cy="8882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2" idx="3"/>
            <a:endCxn id="23" idx="1"/>
          </p:cNvCxnSpPr>
          <p:nvPr/>
        </p:nvCxnSpPr>
        <p:spPr>
          <a:xfrm flipV="1">
            <a:off x="5696316" y="2490853"/>
            <a:ext cx="444093" cy="13322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3" idx="3"/>
            <a:endCxn id="24" idx="1"/>
          </p:cNvCxnSpPr>
          <p:nvPr/>
        </p:nvCxnSpPr>
        <p:spPr>
          <a:xfrm>
            <a:off x="6850958" y="2490853"/>
            <a:ext cx="355275" cy="4440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4" idx="3"/>
            <a:endCxn id="25" idx="1"/>
          </p:cNvCxnSpPr>
          <p:nvPr/>
        </p:nvCxnSpPr>
        <p:spPr>
          <a:xfrm>
            <a:off x="7916782" y="2535262"/>
            <a:ext cx="444093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5" idx="3"/>
            <a:endCxn id="26" idx="1"/>
          </p:cNvCxnSpPr>
          <p:nvPr/>
        </p:nvCxnSpPr>
        <p:spPr>
          <a:xfrm flipV="1">
            <a:off x="9337880" y="2002350"/>
            <a:ext cx="977004" cy="53291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>
            <a:off x="1788297" y="4133998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919944" y="4133998"/>
            <a:ext cx="0" cy="35527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051591" y="4222816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>
            <a:off x="9071424" y="4222817"/>
            <a:ext cx="0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498846" y="5244231"/>
            <a:ext cx="710549" cy="8881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630493" y="5333049"/>
            <a:ext cx="71054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7916782" y="4045179"/>
            <a:ext cx="1154642" cy="44409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81973" y="5288639"/>
            <a:ext cx="355274" cy="35527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72610" y="1425030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59215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4516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6163" y="5244230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37247" y="3512267"/>
            <a:ext cx="1421098" cy="1332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03861" y="3678802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7010" y="3578881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03861" y="4078486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37010" y="3978565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03861" y="4478170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37010" y="4378249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423449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586" y="1735895"/>
            <a:ext cx="532912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(Continuous)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3405" y="2357625"/>
            <a:ext cx="444093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(discrete)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5851" y="5910370"/>
            <a:ext cx="977005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plugged 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4968" y="5999189"/>
            <a:ext cx="799368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Removed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7414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50326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