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2474" y="314797"/>
            <a:ext cx="10835871" cy="630612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900111" y="448025"/>
            <a:ext cx="10480597" cy="2753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111" y="3423449"/>
            <a:ext cx="10480597" cy="3108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7748" y="803300"/>
            <a:ext cx="2486921" cy="20428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758890"/>
            <a:ext cx="7460764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7748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9395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9860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0875" y="4444863"/>
            <a:ext cx="1421098" cy="16764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5767" y="1647076"/>
            <a:ext cx="4796205" cy="11546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3888" y="1158574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861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Unbiased Atomic Actions (uniform dist)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8218" y="2157784"/>
            <a:ext cx="599526" cy="2220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32" y="2357625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5767" y="1114165"/>
            <a:ext cx="603966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0177" y="1957942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1512" y="1957942"/>
            <a:ext cx="68834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0642" y="1913532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851" y="1957942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869123"/>
            <a:ext cx="532912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586" y="2446444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2368728"/>
            <a:ext cx="799368" cy="3330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17335" y="2402035"/>
            <a:ext cx="68834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357625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824714"/>
            <a:ext cx="532912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734314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66409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0576" y="3745416"/>
            <a:ext cx="1421098" cy="42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237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9237" y="5244230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860" y="3745416"/>
            <a:ext cx="1421098" cy="42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8521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8521" y="5244230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316" y="5643914"/>
            <a:ext cx="88818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5837" y="3845337"/>
            <a:ext cx="599526" cy="2220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9693" y="3745416"/>
            <a:ext cx="1421098" cy="421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8354" y="4888956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8354" y="5244230"/>
            <a:ext cx="832675" cy="255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60559" y="5655017"/>
            <a:ext cx="799368" cy="3330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26066" y="5066593"/>
            <a:ext cx="1065823" cy="6217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232390" y="1425030"/>
            <a:ext cx="0" cy="3108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44409" cy="15543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 flipV="1">
            <a:off x="2187981" y="2357625"/>
            <a:ext cx="44409" cy="2220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383869" y="1469439"/>
            <a:ext cx="621731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7" idx="3"/>
            <a:endCxn id="18" idx="1"/>
          </p:cNvCxnSpPr>
          <p:nvPr/>
        </p:nvCxnSpPr>
        <p:spPr>
          <a:xfrm>
            <a:off x="5829545" y="2091170"/>
            <a:ext cx="321967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8" idx="3"/>
            <a:endCxn id="19" idx="1"/>
          </p:cNvCxnSpPr>
          <p:nvPr/>
        </p:nvCxnSpPr>
        <p:spPr>
          <a:xfrm flipV="1">
            <a:off x="6839856" y="2091169"/>
            <a:ext cx="410786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9" idx="3"/>
            <a:endCxn id="20" idx="1"/>
          </p:cNvCxnSpPr>
          <p:nvPr/>
        </p:nvCxnSpPr>
        <p:spPr>
          <a:xfrm flipV="1">
            <a:off x="7872372" y="2085619"/>
            <a:ext cx="377479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20" idx="3"/>
            <a:endCxn id="21" idx="1"/>
          </p:cNvCxnSpPr>
          <p:nvPr/>
        </p:nvCxnSpPr>
        <p:spPr>
          <a:xfrm>
            <a:off x="9082526" y="2085619"/>
            <a:ext cx="166535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1" idx="3"/>
            <a:endCxn id="26" idx="1"/>
          </p:cNvCxnSpPr>
          <p:nvPr/>
        </p:nvCxnSpPr>
        <p:spPr>
          <a:xfrm flipV="1">
            <a:off x="9781973" y="1957942"/>
            <a:ext cx="532911" cy="13322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2" idx="3"/>
            <a:endCxn id="23" idx="1"/>
          </p:cNvCxnSpPr>
          <p:nvPr/>
        </p:nvCxnSpPr>
        <p:spPr>
          <a:xfrm>
            <a:off x="5785135" y="2535262"/>
            <a:ext cx="310865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3" idx="3"/>
            <a:endCxn id="24" idx="1"/>
          </p:cNvCxnSpPr>
          <p:nvPr/>
        </p:nvCxnSpPr>
        <p:spPr>
          <a:xfrm>
            <a:off x="6895368" y="2535263"/>
            <a:ext cx="321967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4" idx="3"/>
            <a:endCxn id="25" idx="1"/>
          </p:cNvCxnSpPr>
          <p:nvPr/>
        </p:nvCxnSpPr>
        <p:spPr>
          <a:xfrm flipV="1">
            <a:off x="7905679" y="2535262"/>
            <a:ext cx="455196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5" idx="3"/>
            <a:endCxn id="26" idx="1"/>
          </p:cNvCxnSpPr>
          <p:nvPr/>
        </p:nvCxnSpPr>
        <p:spPr>
          <a:xfrm flipV="1">
            <a:off x="9337880" y="1957942"/>
            <a:ext cx="977004" cy="5773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6" idx="1"/>
            <a:endCxn id="16" idx="3"/>
          </p:cNvCxnSpPr>
          <p:nvPr/>
        </p:nvCxnSpPr>
        <p:spPr>
          <a:xfrm flipV="1">
            <a:off x="10314884" y="1291802"/>
            <a:ext cx="710549" cy="66614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>
            <a:off x="1788297" y="4178407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831125" y="4167304"/>
            <a:ext cx="88819" cy="27755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140409" y="4167304"/>
            <a:ext cx="0" cy="27755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 flipH="1">
            <a:off x="9071424" y="4167304"/>
            <a:ext cx="88818" cy="27755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498846" y="5283088"/>
            <a:ext cx="71054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630493" y="5283088"/>
            <a:ext cx="799367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8005600" y="4067384"/>
            <a:ext cx="1065824" cy="37747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781973" y="5283088"/>
            <a:ext cx="444093" cy="9437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28200" y="1469439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3624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4516" y="5194270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30572" y="5194270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6066" y="3601086"/>
            <a:ext cx="1243461" cy="97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92680" y="3723952"/>
            <a:ext cx="168755" cy="1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94742" y="3667700"/>
            <a:ext cx="908170" cy="281259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92680" y="4005211"/>
            <a:ext cx="168755" cy="1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94742" y="3948959"/>
            <a:ext cx="908170" cy="281259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92680" y="4286470"/>
            <a:ext cx="168755" cy="1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94742" y="4230218"/>
            <a:ext cx="908170" cy="281259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512267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