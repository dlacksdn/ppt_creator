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2474" y="314797"/>
            <a:ext cx="10835871" cy="630612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900111" y="448025"/>
            <a:ext cx="10480597" cy="2753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WHAT : Model Architecture (Structure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111" y="3467858"/>
            <a:ext cx="10480597" cy="31086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How : Multi-Phase Training then inference (Style-Action Decoupling)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988930" y="803300"/>
            <a:ext cx="2486921" cy="20428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Data Source : GF-Minecraft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1125" y="758890"/>
            <a:ext cx="7460764" cy="21316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Latent Video Diffusion Transformer (VAE compression r=4)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7748" y="4444863"/>
            <a:ext cx="1421098" cy="16764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#0 Pre-train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0576" y="4444863"/>
            <a:ext cx="1421098" cy="16764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#1 Train 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9860" y="4444863"/>
            <a:ext cx="1421098" cy="16764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#2 Train Action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693" y="4444863"/>
            <a:ext cx="1421098" cy="16764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#3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5767" y="1647076"/>
            <a:ext cx="4796205" cy="11546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3888" y="1158574"/>
            <a:ext cx="977005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MineDojo Simulator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8613" y="1735895"/>
            <a:ext cx="168755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Unbiased Atomic Actions (uniform dist)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88218" y="2157784"/>
            <a:ext cx="599526" cy="2220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MiniCPM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7432" y="2357625"/>
            <a:ext cx="150991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Dataset (video, keyboard K, Mouse M, prompt 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5767" y="1114165"/>
            <a:ext cx="603966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Backbone Feature F (intermediate latent - prompt already fused)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0177" y="1957942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Mouse Movement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1512" y="1957942"/>
            <a:ext cx="68834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0642" y="1913532"/>
            <a:ext cx="621730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Repeat (align length)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9851" y="1957942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Concatenate with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9061" y="1869123"/>
            <a:ext cx="532912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MLP -&gt; Temporal Self-Attention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586" y="2446444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Action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2368728"/>
            <a:ext cx="799368" cy="33307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Embed + Pos.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17335" y="2402035"/>
            <a:ext cx="68834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0875" y="2357625"/>
            <a:ext cx="977005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Cross-Attention (K=key/Value, F=Query)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14884" y="1824714"/>
            <a:ext cx="532912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Fused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7748" y="3734314"/>
            <a:ext cx="1421098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Data (internet videos, no action labels)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66409" y="4888956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0576" y="3745416"/>
            <a:ext cx="1421098" cy="421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9237" y="4888956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9237" y="5244230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9860" y="3745416"/>
            <a:ext cx="1421098" cy="421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8521" y="4888956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8521" y="5244230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6316" y="5643914"/>
            <a:ext cx="88818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5837" y="3845337"/>
            <a:ext cx="599526" cy="2220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/ mouse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9693" y="3745416"/>
            <a:ext cx="1421098" cy="421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Prompt (new unseen scene)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8354" y="4888956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8354" y="5244230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60559" y="5655017"/>
            <a:ext cx="799368" cy="33307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26066" y="5066593"/>
            <a:ext cx="1065823" cy="6217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Output Action-Controllable Open-Domain Game Video</a:t>
            </a:r>
          </a:p>
        </p:txBody>
      </p:sp>
      <p:cxnSp>
        <p:nvCxnSpPr>
          <p:cNvPr id="42" name="Connector 41"/>
          <p:cNvCxnSpPr>
            <a:stCxn id="12" idx="2"/>
            <a:endCxn id="13" idx="0"/>
          </p:cNvCxnSpPr>
          <p:nvPr/>
        </p:nvCxnSpPr>
        <p:spPr>
          <a:xfrm>
            <a:off x="2232390" y="1425030"/>
            <a:ext cx="0" cy="3108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2"/>
            <a:endCxn id="14" idx="0"/>
          </p:cNvCxnSpPr>
          <p:nvPr/>
        </p:nvCxnSpPr>
        <p:spPr>
          <a:xfrm flipH="1">
            <a:off x="2187981" y="2002351"/>
            <a:ext cx="44409" cy="155433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2"/>
            <a:endCxn id="15" idx="0"/>
          </p:cNvCxnSpPr>
          <p:nvPr/>
        </p:nvCxnSpPr>
        <p:spPr>
          <a:xfrm flipV="1">
            <a:off x="2187981" y="2357625"/>
            <a:ext cx="44409" cy="2220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6" idx="2"/>
            <a:endCxn id="11" idx="0"/>
          </p:cNvCxnSpPr>
          <p:nvPr/>
        </p:nvCxnSpPr>
        <p:spPr>
          <a:xfrm flipH="1">
            <a:off x="7383869" y="1469439"/>
            <a:ext cx="621731" cy="1776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17" idx="3"/>
            <a:endCxn id="18" idx="1"/>
          </p:cNvCxnSpPr>
          <p:nvPr/>
        </p:nvCxnSpPr>
        <p:spPr>
          <a:xfrm>
            <a:off x="5829545" y="2091170"/>
            <a:ext cx="321967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8" idx="3"/>
            <a:endCxn id="19" idx="1"/>
          </p:cNvCxnSpPr>
          <p:nvPr/>
        </p:nvCxnSpPr>
        <p:spPr>
          <a:xfrm flipV="1">
            <a:off x="6839856" y="2091169"/>
            <a:ext cx="410786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9" idx="3"/>
            <a:endCxn id="20" idx="1"/>
          </p:cNvCxnSpPr>
          <p:nvPr/>
        </p:nvCxnSpPr>
        <p:spPr>
          <a:xfrm flipV="1">
            <a:off x="7872372" y="2085619"/>
            <a:ext cx="377479" cy="55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20" idx="3"/>
            <a:endCxn id="21" idx="1"/>
          </p:cNvCxnSpPr>
          <p:nvPr/>
        </p:nvCxnSpPr>
        <p:spPr>
          <a:xfrm>
            <a:off x="9082526" y="2085619"/>
            <a:ext cx="166535" cy="55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21" idx="3"/>
            <a:endCxn id="26" idx="1"/>
          </p:cNvCxnSpPr>
          <p:nvPr/>
        </p:nvCxnSpPr>
        <p:spPr>
          <a:xfrm flipV="1">
            <a:off x="9781973" y="1957942"/>
            <a:ext cx="532911" cy="13322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stCxn id="22" idx="3"/>
            <a:endCxn id="23" idx="1"/>
          </p:cNvCxnSpPr>
          <p:nvPr/>
        </p:nvCxnSpPr>
        <p:spPr>
          <a:xfrm>
            <a:off x="5785135" y="2535262"/>
            <a:ext cx="310865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23" idx="3"/>
            <a:endCxn id="24" idx="1"/>
          </p:cNvCxnSpPr>
          <p:nvPr/>
        </p:nvCxnSpPr>
        <p:spPr>
          <a:xfrm>
            <a:off x="6895368" y="2535263"/>
            <a:ext cx="321967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24" idx="3"/>
            <a:endCxn id="25" idx="1"/>
          </p:cNvCxnSpPr>
          <p:nvPr/>
        </p:nvCxnSpPr>
        <p:spPr>
          <a:xfrm flipV="1">
            <a:off x="7905679" y="2535262"/>
            <a:ext cx="455196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25" idx="3"/>
            <a:endCxn id="26" idx="1"/>
          </p:cNvCxnSpPr>
          <p:nvPr/>
        </p:nvCxnSpPr>
        <p:spPr>
          <a:xfrm flipV="1">
            <a:off x="9337880" y="1957942"/>
            <a:ext cx="977004" cy="57732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26" idx="1"/>
            <a:endCxn id="16" idx="3"/>
          </p:cNvCxnSpPr>
          <p:nvPr/>
        </p:nvCxnSpPr>
        <p:spPr>
          <a:xfrm flipV="1">
            <a:off x="10314884" y="1291802"/>
            <a:ext cx="710549" cy="66614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27" idx="2"/>
            <a:endCxn id="7" idx="0"/>
          </p:cNvCxnSpPr>
          <p:nvPr/>
        </p:nvCxnSpPr>
        <p:spPr>
          <a:xfrm>
            <a:off x="1788297" y="4178407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29" idx="2"/>
            <a:endCxn id="8" idx="0"/>
          </p:cNvCxnSpPr>
          <p:nvPr/>
        </p:nvCxnSpPr>
        <p:spPr>
          <a:xfrm>
            <a:off x="3831125" y="4167304"/>
            <a:ext cx="0" cy="27755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32" idx="2"/>
            <a:endCxn id="9" idx="0"/>
          </p:cNvCxnSpPr>
          <p:nvPr/>
        </p:nvCxnSpPr>
        <p:spPr>
          <a:xfrm>
            <a:off x="6140409" y="4167304"/>
            <a:ext cx="0" cy="27755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7" idx="2"/>
            <a:endCxn id="10" idx="0"/>
          </p:cNvCxnSpPr>
          <p:nvPr/>
        </p:nvCxnSpPr>
        <p:spPr>
          <a:xfrm>
            <a:off x="9160242" y="4167304"/>
            <a:ext cx="0" cy="27755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7" idx="3"/>
            <a:endCxn id="8" idx="1"/>
          </p:cNvCxnSpPr>
          <p:nvPr/>
        </p:nvCxnSpPr>
        <p:spPr>
          <a:xfrm>
            <a:off x="2498846" y="5283088"/>
            <a:ext cx="621730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8" idx="3"/>
            <a:endCxn id="9" idx="1"/>
          </p:cNvCxnSpPr>
          <p:nvPr/>
        </p:nvCxnSpPr>
        <p:spPr>
          <a:xfrm>
            <a:off x="4541674" y="5283088"/>
            <a:ext cx="888186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36" idx="2"/>
            <a:endCxn id="10" idx="0"/>
          </p:cNvCxnSpPr>
          <p:nvPr/>
        </p:nvCxnSpPr>
        <p:spPr>
          <a:xfrm>
            <a:off x="8005600" y="4067384"/>
            <a:ext cx="1154642" cy="37747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10" idx="3"/>
            <a:endCxn id="41" idx="1"/>
          </p:cNvCxnSpPr>
          <p:nvPr/>
        </p:nvCxnSpPr>
        <p:spPr>
          <a:xfrm>
            <a:off x="9870791" y="5283088"/>
            <a:ext cx="355275" cy="9437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28200" y="1469439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Down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03624" y="1536053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10106" y="5194270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6163" y="5194270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26066" y="3601086"/>
            <a:ext cx="1243461" cy="97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92680" y="3723952"/>
            <a:ext cx="168755" cy="16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94742" y="3667700"/>
            <a:ext cx="908170" cy="281259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Trainable (training only)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92680" y="4005211"/>
            <a:ext cx="168755" cy="16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94742" y="3948959"/>
            <a:ext cx="908170" cy="281259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Frozen (training only)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92680" y="4286470"/>
            <a:ext cx="168755" cy="16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94742" y="4230218"/>
            <a:ext cx="908170" cy="281259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Used in inference (no training)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111" y="3512267"/>
            <a:ext cx="1954010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(All phases operate on the architecture in what)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